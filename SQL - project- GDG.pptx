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1853-327C-D440-8C6C-966227689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Sql</a:t>
            </a:r>
            <a:r>
              <a:rPr lang="en-US" b="1" dirty="0"/>
              <a:t>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8AAE7-90D4-358A-705C-639DEF85E6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GDg</a:t>
            </a: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: GOOGLE DEVELOPERS GROUP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Omar </a:t>
            </a:r>
            <a:r>
              <a:rPr lang="en-US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fayez</a:t>
            </a: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abdelaziz</a:t>
            </a: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3B76C1-D41B-A036-C5D5-55155F63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41" y="612867"/>
            <a:ext cx="5055355" cy="56435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1166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222F-D5A7-7772-4482-54F2A164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5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/>
              <a:t>Find customers who ordered at least one product with a price greater than the average product price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3770C0-362D-5BAC-31E8-F9C4203D3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7538"/>
          <a:stretch>
            <a:fillRect/>
          </a:stretch>
        </p:blipFill>
        <p:spPr>
          <a:xfrm>
            <a:off x="1141413" y="1806085"/>
            <a:ext cx="9905998" cy="446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53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7AF5-2E62-9D4D-F714-9A801469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5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Calculate total sales for each month and year displaying where total sales&gt;10000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09EDAC-BA66-7A56-9FEF-605147D44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2185"/>
          <a:stretch>
            <a:fillRect/>
          </a:stretch>
        </p:blipFill>
        <p:spPr>
          <a:xfrm>
            <a:off x="1357981" y="1806085"/>
            <a:ext cx="9905997" cy="436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9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026E-4E68-D50B-7B77-39EFAB456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27514"/>
            <a:ext cx="9905998" cy="1478570"/>
          </a:xfrm>
        </p:spPr>
        <p:txBody>
          <a:bodyPr/>
          <a:lstStyle/>
          <a:p>
            <a:pPr algn="ctr"/>
            <a:r>
              <a:rPr lang="en-US" b="1" i="1" dirty="0"/>
              <a:t>Find products whose price is greater than </a:t>
            </a:r>
            <a:r>
              <a:rPr lang="en-US" b="1" i="1"/>
              <a:t>the average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D3890C-C1E2-5055-454C-49099E91A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1576"/>
          <a:stretch>
            <a:fillRect/>
          </a:stretch>
        </p:blipFill>
        <p:spPr>
          <a:xfrm>
            <a:off x="1141412" y="1548246"/>
            <a:ext cx="9905998" cy="474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9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8721-48F0-ADD2-041D-5B056850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9870"/>
            <a:ext cx="9905998" cy="132458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/>
              <a:t>Retrieve customers who have spent more than 5000 in total orders. Display  
customer name and total spending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AF158D-D143-FAB1-EBE6-F54B47FF0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3769"/>
          <a:stretch>
            <a:fillRect/>
          </a:stretch>
        </p:blipFill>
        <p:spPr>
          <a:xfrm>
            <a:off x="1141413" y="1704452"/>
            <a:ext cx="9905998" cy="466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37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13D0-3BFD-BA34-D6BF-F30EDD22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Find all products that have never been included in any order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CC60F8-0041-9D92-6A59-53E8AFCA5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346159"/>
            <a:ext cx="10067045" cy="346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44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888B-B889-7C91-6DDE-547717C0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Calculate the average order value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E84275-997F-BA43-3D8B-46BA00D94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431054"/>
            <a:ext cx="9892666" cy="380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27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79E9-2BE8-5834-B750-2189D8F9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65855"/>
            <a:ext cx="9905998" cy="1478570"/>
          </a:xfrm>
        </p:spPr>
        <p:txBody>
          <a:bodyPr/>
          <a:lstStyle/>
          <a:p>
            <a:pPr algn="ctr"/>
            <a:r>
              <a:rPr lang="en-US" b="1" i="1" dirty="0"/>
              <a:t>Write a query to display the number of orders per city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BD38E2-088B-DA42-B4B4-5E53AE9F4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8045"/>
          <a:stretch>
            <a:fillRect/>
          </a:stretch>
        </p:blipFill>
        <p:spPr>
          <a:xfrm>
            <a:off x="1141413" y="2097088"/>
            <a:ext cx="9905998" cy="414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12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2EB9-016F-15ED-0E09-A02910C9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List all products whose price is between 50 and 200, ordered by price descending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30D59A-CDF1-F0DC-1A36-7A7674305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4218"/>
          <a:stretch>
            <a:fillRect/>
          </a:stretch>
        </p:blipFill>
        <p:spPr>
          <a:xfrm>
            <a:off x="1141412" y="2273968"/>
            <a:ext cx="10011861" cy="424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85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CCB7-72BB-221F-1915-C158916C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714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/>
              <a:t>-Find the category with the highest total quantity sold using a JOIN between  
Products, </a:t>
            </a:r>
            <a:r>
              <a:rPr lang="en-US" b="1" i="1" dirty="0" err="1"/>
              <a:t>OrderDetails</a:t>
            </a:r>
            <a:r>
              <a:rPr lang="en-US" b="1" i="1" dirty="0"/>
              <a:t>, and Categories.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18B049-30ED-1FC2-DCEB-7598335FB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6191"/>
          <a:stretch>
            <a:fillRect/>
          </a:stretch>
        </p:blipFill>
        <p:spPr>
          <a:xfrm>
            <a:off x="1143001" y="2093497"/>
            <a:ext cx="9905997" cy="429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63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D1C7-9EA1-053A-42AD-1468B06D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150" y="108284"/>
            <a:ext cx="9905998" cy="1478570"/>
          </a:xfrm>
        </p:spPr>
        <p:txBody>
          <a:bodyPr/>
          <a:lstStyle/>
          <a:p>
            <a:r>
              <a:rPr lang="en-US" b="1" i="1" dirty="0"/>
              <a:t>Show total sales for each product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2CFA0B-932B-AC3C-4A13-480760F1A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717" y="1478570"/>
            <a:ext cx="10012694" cy="503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6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057E4-1FD2-FDBB-8520-6951BE31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074" y="281633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Classify customers based on their registration date: 
• Old customers 
• New customers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0F5A4D-3D37-672A-5462-8C155ABB9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2" y="1900989"/>
            <a:ext cx="9905997" cy="477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67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14CBF-BFA3-5CD9-ACA7-65156999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4" y="113191"/>
            <a:ext cx="9905998" cy="1478570"/>
          </a:xfrm>
        </p:spPr>
        <p:txBody>
          <a:bodyPr/>
          <a:lstStyle/>
          <a:p>
            <a:r>
              <a:rPr lang="en-US" b="1" i="1" dirty="0"/>
              <a:t>Identify customers who placed only one order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393E2D-5A2E-053D-77C8-8315E693B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2" y="1888959"/>
            <a:ext cx="9905997" cy="46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13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55CA-8C4F-C812-821B-D6F737A7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665" y="450076"/>
            <a:ext cx="9905998" cy="1085097"/>
          </a:xfrm>
        </p:spPr>
        <p:txBody>
          <a:bodyPr/>
          <a:lstStyle/>
          <a:p>
            <a:pPr algn="ctr"/>
            <a:r>
              <a:rPr lang="en-US" b="1" i="1" dirty="0"/>
              <a:t>Calculate the total revenue generated by each product.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153942-2BEE-B42D-43A5-9DCDBD8E4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8762"/>
          <a:stretch>
            <a:fillRect/>
          </a:stretch>
        </p:blipFill>
        <p:spPr>
          <a:xfrm>
            <a:off x="1141413" y="1684421"/>
            <a:ext cx="9905998" cy="445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99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089A-AE3C-BD5E-16E3-5D799B2F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Calculate the minimum, maximum, and average order value.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87CA10-CF2E-D1AE-17ED-77C3DD05B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2" y="2322095"/>
            <a:ext cx="9905997" cy="391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86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8B0F-86FA-ED1C-83D9-1BD64E8CD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636" y="0"/>
            <a:ext cx="7052093" cy="1499040"/>
          </a:xfrm>
        </p:spPr>
        <p:txBody>
          <a:bodyPr/>
          <a:lstStyle/>
          <a:p>
            <a:pPr algn="ctr"/>
            <a:r>
              <a:rPr lang="en-US" b="1" i="1" dirty="0"/>
              <a:t>Highest number of products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2F83A8-3A69-B3DE-CAB4-D5AB00BA6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5210"/>
          <a:stretch>
            <a:fillRect/>
          </a:stretch>
        </p:blipFill>
        <p:spPr>
          <a:xfrm>
            <a:off x="1143001" y="1446034"/>
            <a:ext cx="9905997" cy="498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50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F083-6416-C607-7593-5CB4CCE6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759" y="445168"/>
            <a:ext cx="6438482" cy="1515562"/>
          </a:xfrm>
        </p:spPr>
        <p:txBody>
          <a:bodyPr/>
          <a:lstStyle/>
          <a:p>
            <a:r>
              <a:rPr lang="en-US" b="1" i="1" dirty="0"/>
              <a:t>Lowest number of products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440117-7A81-A28F-54E0-972FC07C4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6611"/>
          <a:stretch>
            <a:fillRect/>
          </a:stretch>
        </p:blipFill>
        <p:spPr>
          <a:xfrm>
            <a:off x="1141413" y="1852863"/>
            <a:ext cx="9674976" cy="438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41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99D7-1C77-F60A-CABC-F9816937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171" y="690708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Add a new customer “Mohamed Ahmed”, email “ registered in  
2024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A65FE4-A314-860B-4E43-EBADFB3B1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1601"/>
          <a:stretch>
            <a:fillRect/>
          </a:stretch>
        </p:blipFill>
        <p:spPr>
          <a:xfrm>
            <a:off x="1141412" y="2358190"/>
            <a:ext cx="9905997" cy="35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09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76C3-5015-F326-C41E-EC43E6B1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722" y="685798"/>
            <a:ext cx="7990555" cy="1681241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Write an SQL UPDATE statement that: 
• Updates </a:t>
            </a:r>
            <a:r>
              <a:rPr lang="en-US" b="1" i="1" dirty="0" err="1"/>
              <a:t>StockQuantity</a:t>
            </a:r>
            <a:r>
              <a:rPr lang="en-US" b="1" i="1" dirty="0"/>
              <a:t> to 50 
• Applies the update only to products where </a:t>
            </a:r>
            <a:r>
              <a:rPr lang="en-US" b="1" i="1" dirty="0" err="1"/>
              <a:t>StockQuantity</a:t>
            </a:r>
            <a:r>
              <a:rPr lang="en-US" b="1" i="1" dirty="0"/>
              <a:t> = 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629BFF-92BD-72EC-B7D2-BCE4A559A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4" y="2550695"/>
            <a:ext cx="990599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47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2A1A-B66A-DCD1-9F96-E12AA249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Write a query to display all orders with customer full name and order date.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78577B-0034-37C9-2F77-8A3FC0FF3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5252"/>
          <a:stretch>
            <a:fillRect/>
          </a:stretch>
        </p:blipFill>
        <p:spPr>
          <a:xfrm>
            <a:off x="1141413" y="2249488"/>
            <a:ext cx="9905998" cy="417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92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91EA-1F31-49F8-0A52-5C52DE44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065" y="329760"/>
            <a:ext cx="9905998" cy="1478570"/>
          </a:xfrm>
        </p:spPr>
        <p:txBody>
          <a:bodyPr/>
          <a:lstStyle/>
          <a:p>
            <a:pPr algn="ctr"/>
            <a:r>
              <a:rPr lang="en-US" b="1" i="1" dirty="0"/>
              <a:t>Write a query to calculate the total amount spent by each customer.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B919C5-427C-2EAE-999C-28960B067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4" y="1808330"/>
            <a:ext cx="9905998" cy="44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71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191F-F26C-E038-77B8-30C46CD8B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65484"/>
            <a:ext cx="9905998" cy="15316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/>
              <a:t>Write a query to retrieve the top 5 best-selling products based on quantity  
sold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8C80E2-19FC-BCA5-817D-CD5D99147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097088"/>
            <a:ext cx="9905998" cy="436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19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FCC6-F248-B780-B64A-E881D2D5E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365855"/>
            <a:ext cx="9905998" cy="1478570"/>
          </a:xfrm>
        </p:spPr>
        <p:txBody>
          <a:bodyPr/>
          <a:lstStyle/>
          <a:p>
            <a:pPr algn="ctr"/>
            <a:r>
              <a:rPr lang="en-US" b="1" i="1" dirty="0"/>
              <a:t>Write a query to list products with low stock (</a:t>
            </a:r>
            <a:r>
              <a:rPr lang="en-US" b="1" i="1" dirty="0" err="1"/>
              <a:t>StockQuantity</a:t>
            </a:r>
            <a:r>
              <a:rPr lang="en-US" b="1" i="1" dirty="0"/>
              <a:t> &lt; 10).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CD9A74-7690-EF87-ED97-89A3C3708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4912"/>
          <a:stretch>
            <a:fillRect/>
          </a:stretch>
        </p:blipFill>
        <p:spPr>
          <a:xfrm>
            <a:off x="1141414" y="1844426"/>
            <a:ext cx="9905998" cy="464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62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3012-1C45-B3DB-6112-F3F47237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Write a query to identify customers who have never placed an order.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A64C56-8418-A89C-4EB8-BC96CDDF2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4" y="2097088"/>
            <a:ext cx="10011860" cy="395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39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10E2-0F5B-E566-918A-1E3FCC48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075" y="-324853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360BC-C5D6-5467-E9B8-A402DCA34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486" y="637016"/>
            <a:ext cx="11178925" cy="5583967"/>
          </a:xfrm>
        </p:spPr>
        <p:txBody>
          <a:bodyPr vert="horz" anchor="t">
            <a:noAutofit/>
          </a:bodyPr>
          <a:lstStyle/>
          <a:p>
            <a:pPr algn="thaiDist"/>
            <a:r>
              <a:rPr lang="en-US" b="1" i="1" dirty="0"/>
              <a:t> 24 SQL queries
 Data analysis using MySQL
 Business insights from sales database</a:t>
            </a:r>
          </a:p>
          <a:p>
            <a:pPr lvl="3" algn="thaiDist"/>
            <a:r>
              <a:rPr lang="en-US" sz="2400" b="1" i="1" dirty="0"/>
              <a:t>Joins (INNER JOIN)
Aggregations (SUM, AVG, COUNT)
Subqueries
Filtering (WHERE, BETWEEN)
GROUP BY &amp; HAVING
ORDER BY
CASE Statements
INSERT &amp; UPDATE</a:t>
            </a:r>
          </a:p>
        </p:txBody>
      </p:sp>
    </p:spTree>
    <p:extLst>
      <p:ext uri="{BB962C8B-B14F-4D97-AF65-F5344CB8AC3E}">
        <p14:creationId xmlns:p14="http://schemas.microsoft.com/office/powerpoint/2010/main" val="3883084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Circuit</vt:lpstr>
      <vt:lpstr>Sql project </vt:lpstr>
      <vt:lpstr>Find customers who ordered at least one product with a price greater than the average product price </vt:lpstr>
      <vt:lpstr>Calculate total sales for each month and year displaying where total sales&gt;10000</vt:lpstr>
      <vt:lpstr>Find products whose price is greater than the average </vt:lpstr>
      <vt:lpstr>Retrieve customers who have spent more than 5000 in total orders. Display  
customer name and total spending</vt:lpstr>
      <vt:lpstr>Find all products that have never been included in any order</vt:lpstr>
      <vt:lpstr>Calculate the average order value </vt:lpstr>
      <vt:lpstr>Write a query to display the number of orders per city</vt:lpstr>
      <vt:lpstr>List all products whose price is between 50 and 200, ordered by price descending</vt:lpstr>
      <vt:lpstr>-Find the category with the highest total quantity sold using a JOIN between  
Products, OrderDetails, and Categories.</vt:lpstr>
      <vt:lpstr>Show total sales for each product</vt:lpstr>
      <vt:lpstr>Classify customers based on their registration date: 
• Old customers 
• New customers</vt:lpstr>
      <vt:lpstr>Identify customers who placed only one order</vt:lpstr>
      <vt:lpstr>Calculate the total revenue generated by each product.</vt:lpstr>
      <vt:lpstr>Calculate the minimum, maximum, and average order value.</vt:lpstr>
      <vt:lpstr>Highest number of products</vt:lpstr>
      <vt:lpstr>Lowest number of products </vt:lpstr>
      <vt:lpstr>Add a new customer “Mohamed Ahmed”, email “ registered in  
2024</vt:lpstr>
      <vt:lpstr>Write an SQL UPDATE statement that: 
• Updates StockQuantity to 50 
• Applies the update only to products where StockQuantity = 0</vt:lpstr>
      <vt:lpstr>Write a query to display all orders with customer full name and order date.</vt:lpstr>
      <vt:lpstr>Write a query to calculate the total amount spent by each customer.</vt:lpstr>
      <vt:lpstr>Write a query to retrieve the top 5 best-selling products based on quantity  
sold</vt:lpstr>
      <vt:lpstr>Write a query to list products with low stock (StockQuantity &lt; 10).</vt:lpstr>
      <vt:lpstr>Write a query to identify customers who have never placed an order.</vt:lpstr>
      <vt:lpstr>Project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project </dc:title>
  <dc:creator>OMAR FAYEZ</dc:creator>
  <cp:lastModifiedBy>OMAR FAYEZ</cp:lastModifiedBy>
  <cp:revision>4</cp:revision>
  <dcterms:created xsi:type="dcterms:W3CDTF">2026-03-14T16:54:31Z</dcterms:created>
  <dcterms:modified xsi:type="dcterms:W3CDTF">2026-03-14T21:37:46Z</dcterms:modified>
</cp:coreProperties>
</file>